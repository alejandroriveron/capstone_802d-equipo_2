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Play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TwyiD8KD1RkrfgP3TUlNwiK+Q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Play-bold.fntdata"/><Relationship Id="rId8" Type="http://schemas.openxmlformats.org/officeDocument/2006/relationships/slide" Target="slides/slide4.xml"/><Relationship Id="rId3" Type="http://schemas.openxmlformats.org/officeDocument/2006/relationships/slideMaster" Target="slideMasters/slideMaster1.xml"/><Relationship Id="rId12" Type="http://schemas.openxmlformats.org/officeDocument/2006/relationships/font" Target="fonts/Play-regular.fntdata"/><Relationship Id="rId7" Type="http://schemas.openxmlformats.org/officeDocument/2006/relationships/slide" Target="slides/slide3.xml"/><Relationship Id="rId17" Type="http://schemas.openxmlformats.org/officeDocument/2006/relationships/customXml" Target="../customXml/item3.xml"/><Relationship Id="rId2" Type="http://schemas.openxmlformats.org/officeDocument/2006/relationships/presProps" Target="presProps.xml"/><Relationship Id="rId16" Type="http://schemas.openxmlformats.org/officeDocument/2006/relationships/customXml" Target="../customXml/item2.xml"/><Relationship Id="rId11" Type="http://schemas.openxmlformats.org/officeDocument/2006/relationships/slide" Target="slides/slide7.xml"/><Relationship Id="rId1" Type="http://schemas.openxmlformats.org/officeDocument/2006/relationships/theme" Target="theme/theme2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5" Type="http://schemas.openxmlformats.org/officeDocument/2006/relationships/customXml" Target="../customXml/item1.xml"/><Relationship Id="rId10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8602c8e4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8602c8e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2192000" cy="2146816"/>
          </a:xfrm>
          <a:prstGeom prst="rect">
            <a:avLst/>
          </a:prstGeom>
          <a:solidFill>
            <a:srgbClr val="D8D8D8">
              <a:alpha val="3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>
            <p:ph type="ctrTitle"/>
          </p:nvPr>
        </p:nvSpPr>
        <p:spPr>
          <a:xfrm>
            <a:off x="581647" y="349664"/>
            <a:ext cx="5562868" cy="16383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lang="es-MX" sz="4800"/>
              <a:t>TI-Tickets Gestión inteligente de soporte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587988" y="2620641"/>
            <a:ext cx="5555425" cy="3023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/>
              <a:t>Empresa : Mantenimientos computacionales Especializados (MCE).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/>
              <a:t>Integrantes : Esteban Peña – Alejandro Rivero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/>
              <a:t>Sección 802D </a:t>
            </a:r>
            <a:endParaRPr/>
          </a:p>
          <a:p>
            <a:pPr indent="1143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8" name="Google Shape;88;p1"/>
          <p:cNvSpPr/>
          <p:nvPr/>
        </p:nvSpPr>
        <p:spPr>
          <a:xfrm>
            <a:off x="6719144" y="198171"/>
            <a:ext cx="5191082" cy="310499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oftware de gestión de proyectos para ser un buen project manager"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9162" y="449631"/>
            <a:ext cx="4731046" cy="260207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 flipH="1" rot="-5400000">
            <a:off x="5669568" y="277912"/>
            <a:ext cx="524256" cy="118633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6719144" y="3527725"/>
            <a:ext cx="5191082" cy="310499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ummIT Ciberseguridad 2022 – Duoc UC" id="92" name="Google Shape;9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9163" y="4317340"/>
            <a:ext cx="4731046" cy="152576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/>
          <p:nvPr/>
        </p:nvSpPr>
        <p:spPr>
          <a:xfrm rot="5400000">
            <a:off x="11787731" y="6131892"/>
            <a:ext cx="524256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8602c8e42_0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88602c8e42_0_0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>
            <p:ph type="title"/>
          </p:nvPr>
        </p:nvSpPr>
        <p:spPr>
          <a:xfrm>
            <a:off x="645064" y="525982"/>
            <a:ext cx="4282983" cy="1200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MX" sz="3600"/>
              <a:t>Descripción del proyecto</a:t>
            </a:r>
            <a:endParaRPr sz="3600"/>
          </a:p>
        </p:txBody>
      </p:sp>
      <p:sp>
        <p:nvSpPr>
          <p:cNvPr id="106" name="Google Shape;106;p2"/>
          <p:cNvSpPr/>
          <p:nvPr/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>
            <p:ph idx="1" type="body"/>
          </p:nvPr>
        </p:nvSpPr>
        <p:spPr>
          <a:xfrm>
            <a:off x="645066" y="2031101"/>
            <a:ext cx="4282984" cy="3511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s-MX" sz="1300"/>
              <a:t>Funcionalidades</a:t>
            </a:r>
            <a:r>
              <a:rPr lang="es-MX" sz="1300"/>
              <a:t> Clave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s-MX" sz="1300"/>
              <a:t>Registro de tickets de soporte</a:t>
            </a:r>
            <a:endParaRPr sz="13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s-MX" sz="1300"/>
              <a:t>Solicitud de cotizaciones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s-MX" sz="1300"/>
              <a:t>Gestión de servicios personalizados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s-MX" sz="1300"/>
              <a:t>Módulo</a:t>
            </a:r>
            <a:r>
              <a:rPr lang="es-MX" sz="1300"/>
              <a:t> de análisis estadístico para generar reportes y detectar patrones de falla</a:t>
            </a:r>
            <a:endParaRPr/>
          </a:p>
          <a:p>
            <a:pPr indent="-1460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s-MX" sz="1300"/>
              <a:t>Beneficios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AutoNum type="arabicPeriod"/>
            </a:pPr>
            <a:r>
              <a:rPr lang="es-MX" sz="1300"/>
              <a:t>Optimización de la gestión de incidentes y servicios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AutoNum type="arabicPeriod"/>
            </a:pPr>
            <a:r>
              <a:rPr lang="es-MX" sz="1300"/>
              <a:t>Proporcionar información estratégica para la toma de decisiones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AutoNum type="arabicPeriod"/>
            </a:pPr>
            <a:r>
              <a:rPr lang="es-MX" sz="1300"/>
              <a:t>Mejorar la eficiencia operativa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eaning of KPI and what key performance indicators you should measure"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7738" y="1564917"/>
            <a:ext cx="5628018" cy="3495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>
            <p:ph type="title"/>
          </p:nvPr>
        </p:nvSpPr>
        <p:spPr>
          <a:xfrm>
            <a:off x="645064" y="525982"/>
            <a:ext cx="4282983" cy="1200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MX" sz="3600"/>
              <a:t>Fundamentos y Pertinencia</a:t>
            </a:r>
            <a:endParaRPr sz="3600"/>
          </a:p>
        </p:txBody>
      </p:sp>
      <p:sp>
        <p:nvSpPr>
          <p:cNvPr id="118" name="Google Shape;118;p3"/>
          <p:cNvSpPr/>
          <p:nvPr/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>
            <p:ph idx="1" type="body"/>
          </p:nvPr>
        </p:nvSpPr>
        <p:spPr>
          <a:xfrm>
            <a:off x="645066" y="2031101"/>
            <a:ext cx="4282984" cy="3511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lay"/>
              <a:buAutoNum type="arabicPeriod"/>
            </a:pPr>
            <a:r>
              <a:rPr lang="es-MX" sz="1500"/>
              <a:t>La creciente necesidad de las empresas por sistemas avanzados  o especializados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lay"/>
              <a:buAutoNum type="arabicPeriod"/>
            </a:pPr>
            <a:r>
              <a:rPr lang="es-MX" sz="1500"/>
              <a:t>nuevo mercado abierto para tecnologías de análisis de datos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s-MX" sz="1500"/>
              <a:t>Relación con el perfil de egreso 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s-MX" sz="1500"/>
              <a:t>Desarrollo de software y gestión de proyectos.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s-MX" sz="1500"/>
              <a:t>Análisis y diseño de sistemas.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s-MX" sz="1500"/>
              <a:t>Gestión de base de datos y ciberseguridad.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s-MX" sz="1500"/>
              <a:t>Análisis de datos.</a:t>
            </a:r>
            <a:endParaRPr sz="1500"/>
          </a:p>
        </p:txBody>
      </p:sp>
      <p:sp>
        <p:nvSpPr>
          <p:cNvPr id="120" name="Google Shape;120;p3"/>
          <p:cNvSpPr/>
          <p:nvPr/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/>
          <p:nvPr/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or qué el análisis de datos mejora el rendimiento de tu empresa?" id="123" name="Google Shape;123;p3"/>
          <p:cNvPicPr preferRelativeResize="0"/>
          <p:nvPr/>
        </p:nvPicPr>
        <p:blipFill rotWithShape="1">
          <a:blip r:embed="rId3">
            <a:alphaModFix/>
          </a:blip>
          <a:srcRect b="-1" l="17786" r="17739" t="0"/>
          <a:stretch/>
        </p:blipFill>
        <p:spPr>
          <a:xfrm>
            <a:off x="6055581" y="650494"/>
            <a:ext cx="5492332" cy="5324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>
            <p:ph type="title"/>
          </p:nvPr>
        </p:nvSpPr>
        <p:spPr>
          <a:xfrm>
            <a:off x="645064" y="525982"/>
            <a:ext cx="4282983" cy="1200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MX" sz="3600"/>
              <a:t>Objetivos y Metodología</a:t>
            </a:r>
            <a:endParaRPr sz="3600"/>
          </a:p>
        </p:txBody>
      </p:sp>
      <p:sp>
        <p:nvSpPr>
          <p:cNvPr id="130" name="Google Shape;130;p4"/>
          <p:cNvSpPr/>
          <p:nvPr/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efinir objetivos | Los 4 mejores métodos para alcanzar tus metas!" id="134" name="Google Shape;1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7738" y="1631195"/>
            <a:ext cx="5628018" cy="33627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" name="Google Shape;135;p4"/>
          <p:cNvGrpSpPr/>
          <p:nvPr/>
        </p:nvGrpSpPr>
        <p:grpSpPr>
          <a:xfrm>
            <a:off x="230999" y="2136771"/>
            <a:ext cx="5155550" cy="3080602"/>
            <a:chOff x="9448" y="105670"/>
            <a:chExt cx="5155550" cy="3080602"/>
          </a:xfrm>
        </p:grpSpPr>
        <p:sp>
          <p:nvSpPr>
            <p:cNvPr id="136" name="Google Shape;136;p4"/>
            <p:cNvSpPr/>
            <p:nvPr/>
          </p:nvSpPr>
          <p:spPr>
            <a:xfrm>
              <a:off x="809310" y="105670"/>
              <a:ext cx="851787" cy="70666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136948" y="876850"/>
              <a:ext cx="2433677" cy="7269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4"/>
            <p:cNvSpPr txBox="1"/>
            <p:nvPr/>
          </p:nvSpPr>
          <p:spPr>
            <a:xfrm>
              <a:off x="136948" y="876850"/>
              <a:ext cx="2433677" cy="7269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s-MX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Optimizar la interacción con los clientes y potenciar la eficiencia operativa a través de una plataforma integral.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9448" y="1913793"/>
              <a:ext cx="2433677" cy="12724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3353660" y="159058"/>
              <a:ext cx="851787" cy="70666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2731321" y="876850"/>
              <a:ext cx="2433677" cy="7269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4"/>
            <p:cNvSpPr txBox="1"/>
            <p:nvPr/>
          </p:nvSpPr>
          <p:spPr>
            <a:xfrm>
              <a:off x="2731321" y="876850"/>
              <a:ext cx="2433677" cy="7269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s-MX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Objetivos específicos: 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2657191" y="1191088"/>
              <a:ext cx="2433677" cy="12724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 txBox="1"/>
            <p:nvPr/>
          </p:nvSpPr>
          <p:spPr>
            <a:xfrm>
              <a:off x="2657191" y="1191088"/>
              <a:ext cx="2433677" cy="12724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i="0" lang="es-MX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1. Analizar las necesidades actuales para identificar requerimientos. </a:t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i="0" lang="es-MX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2. Implementar un sistema de gestión de tickets y un panel de control para clientes ,</a:t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i="0" lang="es-MX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3. Crear un modulo de análisis de datos para identificar tendencias.</a:t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i="0" lang="es-MX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4. Implementar un sistema de roles y permisos para la base de datos.</a:t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 txBox="1"/>
          <p:nvPr>
            <p:ph type="title"/>
          </p:nvPr>
        </p:nvSpPr>
        <p:spPr>
          <a:xfrm>
            <a:off x="645064" y="525982"/>
            <a:ext cx="4282983" cy="1200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MX" sz="3600"/>
              <a:t>Metodología</a:t>
            </a:r>
            <a:endParaRPr sz="3600"/>
          </a:p>
        </p:txBody>
      </p:sp>
      <p:sp>
        <p:nvSpPr>
          <p:cNvPr id="151" name="Google Shape;151;p5"/>
          <p:cNvSpPr/>
          <p:nvPr/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 txBox="1"/>
          <p:nvPr>
            <p:ph idx="1" type="body"/>
          </p:nvPr>
        </p:nvSpPr>
        <p:spPr>
          <a:xfrm>
            <a:off x="645066" y="2031101"/>
            <a:ext cx="4282984" cy="3511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MX" sz="1800"/>
              <a:t>Scrum : debido a su carácter iterativo e incremental, lo que permite entregar avances funcionales en plazos cortos y asegurar retroalimentación continua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MX" sz="1800"/>
              <a:t>Scrum Master : Alejandro Rivero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MX" sz="1800"/>
              <a:t>Equipo de desarrollo : Esteban Peña , Alejandro Rivero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MX" sz="1800"/>
              <a:t>Se establecieron Daily Scrum Para todos los lunes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MX" sz="1800"/>
              <a:t>Evidencias en base a avances realizados en cada sprint</a:t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etodologías ágiles: ¿por qué se usan para crear apps? - Doonamis" id="156" name="Google Shape;15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7738" y="1912596"/>
            <a:ext cx="5628018" cy="2799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 txBox="1"/>
          <p:nvPr>
            <p:ph type="title"/>
          </p:nvPr>
        </p:nvSpPr>
        <p:spPr>
          <a:xfrm>
            <a:off x="645064" y="525982"/>
            <a:ext cx="4282983" cy="1200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MX" sz="3600"/>
              <a:t>Conclusiones</a:t>
            </a:r>
            <a:endParaRPr sz="3600"/>
          </a:p>
        </p:txBody>
      </p:sp>
      <p:sp>
        <p:nvSpPr>
          <p:cNvPr id="163" name="Google Shape;163;p6"/>
          <p:cNvSpPr/>
          <p:nvPr/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 txBox="1"/>
          <p:nvPr>
            <p:ph idx="1" type="body"/>
          </p:nvPr>
        </p:nvSpPr>
        <p:spPr>
          <a:xfrm>
            <a:off x="645066" y="2031101"/>
            <a:ext cx="4282984" cy="3511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0795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s-MX" sz="1700" u="none" cap="none" strike="noStrike">
                <a:latin typeface="Arial"/>
                <a:ea typeface="Arial"/>
                <a:cs typeface="Arial"/>
                <a:sym typeface="Arial"/>
              </a:rPr>
              <a:t> El proyecto TI-Tickets es una solución integral y viable para una necesidad real en el área.</a:t>
            </a:r>
            <a:endParaRPr/>
          </a:p>
          <a:p>
            <a:pPr indent="-10795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s-MX" sz="1700" u="none" cap="none" strike="noStrike">
                <a:latin typeface="Arial"/>
                <a:ea typeface="Arial"/>
                <a:cs typeface="Arial"/>
                <a:sym typeface="Arial"/>
              </a:rPr>
              <a:t> Su desarrollo sigue una metodología ágil que garantiza avances funcionales y retroalimentación constante.</a:t>
            </a:r>
            <a:endParaRPr/>
          </a:p>
          <a:p>
            <a:pPr indent="-10795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s-MX" sz="1700" u="none" cap="none" strike="noStrike">
                <a:latin typeface="Arial"/>
                <a:ea typeface="Arial"/>
                <a:cs typeface="Arial"/>
                <a:sym typeface="Arial"/>
              </a:rPr>
              <a:t> Las competencias adquiridas en la carrera nos permiten abordar de manera efectiva todas las fases del proyecto.</a:t>
            </a:r>
            <a:endParaRPr/>
          </a:p>
          <a:p>
            <a:pPr indent="-10795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s-MX" sz="1700" u="none" cap="none" strike="noStrike">
                <a:latin typeface="Arial"/>
                <a:ea typeface="Arial"/>
                <a:cs typeface="Arial"/>
                <a:sym typeface="Arial"/>
              </a:rPr>
              <a:t>Esta solución no solo automatizará procesos, sino que también ofrecerá un valor añadido significativo a los clientes.</a:t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nclusión - Iconos gratis de tecnología" id="168" name="Google Shape;1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9676" y="650494"/>
            <a:ext cx="5324142" cy="5324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452A6C016F8DA4195B77D73213F2526" ma:contentTypeVersion="11" ma:contentTypeDescription="Crear nuevo documento." ma:contentTypeScope="" ma:versionID="eb33324de3d30a35354051eb45ed1405">
  <xsd:schema xmlns:xsd="http://www.w3.org/2001/XMLSchema" xmlns:xs="http://www.w3.org/2001/XMLSchema" xmlns:p="http://schemas.microsoft.com/office/2006/metadata/properties" xmlns:ns2="09ab7b86-6943-4a85-b7c7-7ea5dd42b68c" xmlns:ns3="d7695f74-5039-44a8-8e80-259397122fd3" targetNamespace="http://schemas.microsoft.com/office/2006/metadata/properties" ma:root="true" ma:fieldsID="15db833fa0e0b0761d80ac4c9b68fc7b" ns2:_="" ns3:_="">
    <xsd:import namespace="09ab7b86-6943-4a85-b7c7-7ea5dd42b68c"/>
    <xsd:import namespace="d7695f74-5039-44a8-8e80-259397122f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b7b86-6943-4a85-b7c7-7ea5dd42b6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695f74-5039-44a8-8e80-259397122fd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6d239a2-e29a-41ec-9047-e6f388a253eb}" ma:internalName="TaxCatchAll" ma:showField="CatchAllData" ma:web="d7695f74-5039-44a8-8e80-259397122fd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7695f74-5039-44a8-8e80-259397122fd3" xsi:nil="true"/>
    <lcf76f155ced4ddcb4097134ff3c332f xmlns="09ab7b86-6943-4a85-b7c7-7ea5dd42b68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979B74A-1904-4C8A-85F9-5E090FBFEFA5}"/>
</file>

<file path=customXml/itemProps2.xml><?xml version="1.0" encoding="utf-8"?>
<ds:datastoreItem xmlns:ds="http://schemas.openxmlformats.org/officeDocument/2006/customXml" ds:itemID="{155016B5-D8A7-4B27-B920-5649886300CC}"/>
</file>

<file path=customXml/itemProps3.xml><?xml version="1.0" encoding="utf-8"?>
<ds:datastoreItem xmlns:ds="http://schemas.openxmlformats.org/officeDocument/2006/customXml" ds:itemID="{9616915A-FFF8-4189-A817-36A58A2F527B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ALEJANDRO . RIVERO NILO</dc:creator>
  <dcterms:created xsi:type="dcterms:W3CDTF">2025-09-05T08:45:16Z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0x0101002452A6C016F8DA4195B77D73213F2526</vt:lpwstr>
  </property>
</Properties>
</file>